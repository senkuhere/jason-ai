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the presentation. Frame this as a navigational tool for the shell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basics. These commands form the foundation of file system interaction.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about the 'rm -rf' command, as it is destructive and requires caution.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chmod and chown are critical for security administration.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logical workflow of keeping a system up to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diagnostic commands used for troubleshooting system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essential for remote server management and basic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'tail -f' as essential for reading log files dynamically.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shortcuts significantly increase terminal speed and quality of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 user to read 'man' pages, as they are the primary documentation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06A"/>
          </a:solidFill>
          <a:ln w="12700">
            <a:solidFill>
              <a:srgbClr val="332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749040" cy="3749040"/>
          </a:xfrm>
          <a:prstGeom prst="ellipse">
            <a:avLst/>
          </a:prstGeom>
          <a:solidFill>
            <a:srgbClr val="7357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257800"/>
            <a:ext cx="2194560" cy="2194560"/>
          </a:xfrm>
          <a:prstGeom prst="ellipse">
            <a:avLst/>
          </a:prstGeom>
          <a:solidFill>
            <a:srgbClr val="16B8A6">
              <a:alpha val="2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033272"/>
            <a:ext cx="100584" cy="425196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8823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Ubuntu CLI Cheat Sheet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24128" y="36758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Commands for Efficiency and Control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50749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Administrator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Navigating the File 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pwd: Display the current working directory path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 -la: List all files and directories with details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 [directory]: Change directory to the specified path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mkdir [name]: Create a new directory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9943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434840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rmdir [name]: Remove an empty directory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Navigating the File System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16B8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Operations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751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627632"/>
            <a:ext cx="5166360" cy="100584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3272" y="318211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 [file]: Create an empty file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33272" y="3895344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[source] [dest]: Copy files or directories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33272" y="4608576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443984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 [source] [dest]: Move or rename files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3679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6792" y="1627632"/>
            <a:ext cx="5166360" cy="100584"/>
          </a:xfrm>
          <a:prstGeom prst="rect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0255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Removal &amp; Viewing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702552" y="318211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4142232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[file]: Remove a specific file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02552" y="3833622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669030"/>
            <a:ext cx="4142232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 -rf [dir]: Remove a directory and contents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02552" y="448513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320540"/>
            <a:ext cx="4142232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 [file]: Display entire file content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02552" y="5136642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4972050"/>
            <a:ext cx="4142232" cy="61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[file]: View file content with paging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Permissions &amp; Ownership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655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access to your files and directories with these utilities.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099816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93522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chmod [mode] [file]: Change file access permissions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3813048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64845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chown [user]:[group] [file]: Change file ownership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36168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[command]: Execute a command as superuser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Permissions &amp; Ownership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16B8A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Package Management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029968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35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Index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22059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apt update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8406" y="32918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3440430" y="2029968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3310" y="228600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3310" y="289864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Upgrade Packages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3310" y="3657600"/>
            <a:ext cx="22059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apt upgrade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03036" y="32918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6195060" y="2029968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7940" y="228600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35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7940" y="289864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 Software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7940" y="3657600"/>
            <a:ext cx="22059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apt install [package]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57666" y="3291840"/>
            <a:ext cx="210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35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500" dirty="0"/>
          </a:p>
        </p:txBody>
      </p:sp>
      <p:sp>
        <p:nvSpPr>
          <p:cNvPr id="23" name="Shape 21"/>
          <p:cNvSpPr/>
          <p:nvPr/>
        </p:nvSpPr>
        <p:spPr>
          <a:xfrm>
            <a:off x="8949690" y="2029968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2570" y="2286000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32570" y="2898648"/>
            <a:ext cx="22059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Remove Software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32570" y="3657600"/>
            <a:ext cx="220599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sudo apt remove [package]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Monitoring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top: Real-time system resource monitor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htop: Interactive process viewer (installable)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 -h: Check disk space usage in human-readable format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-m: View memory usage in megabytes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9943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434840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uptime: Display system uptime and load average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Monitoring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16B8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Utilities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6751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627632"/>
            <a:ext cx="5166360" cy="100584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327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Connectivity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33272" y="318211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 [host]: Test network connectivity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33272" y="3895344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addr: Display network interface IP addresses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33272" y="4608576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443984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[url]: Transfer data from or to a server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36792" y="1627632"/>
            <a:ext cx="516636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36792" y="1627632"/>
            <a:ext cx="5166360" cy="100584"/>
          </a:xfrm>
          <a:prstGeom prst="rect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02552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Access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702552" y="318211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3017520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ssh [user]@[host]: Secure remote login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02552" y="3895344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730752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scp [file] [user]@[host]: Secure copy files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02552" y="4608576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4443984"/>
            <a:ext cx="4142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ufw status: Check firewall status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Processing Shortcuts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grep '[pattern]' [file]: Search for text in a file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-n [num] [file]: View the first few lines of a file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 -f [file]: Monitor file changes in real-time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history: View previously executed commands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Processing Shortcuts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16B8A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F"/>
          </a:solidFill>
          <a:ln w="12700">
            <a:solidFill>
              <a:srgbClr val="F7F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92608"/>
            <a:ext cx="658368" cy="658368"/>
          </a:xfrm>
          <a:prstGeom prst="ellipse">
            <a:avLst/>
          </a:prstGeom>
          <a:solidFill>
            <a:srgbClr val="F7F5FF">
              <a:alpha val="0"/>
            </a:srgbClr>
          </a:solidFill>
          <a:ln w="19050">
            <a:solidFill>
              <a:srgbClr val="7357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11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Keyboard Shortcuts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35640" cy="0"/>
          </a:xfrm>
          <a:prstGeom prst="line">
            <a:avLst/>
          </a:prstGeom>
          <a:noFill/>
          <a:ln w="12700">
            <a:solidFill>
              <a:srgbClr val="E4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18520" y="64465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46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81912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C: Kill the current foreground process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295144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Z: Suspend the current process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008376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A / E: Move cursor to start or end of line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3721608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Tab: Autocomplete file names and commands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599432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434840"/>
            <a:ext cx="7434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1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Clear: Clear the terminal screen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79408" y="1664208"/>
            <a:ext cx="2331720" cy="3977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35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17152" y="2487168"/>
            <a:ext cx="1874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11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Keyboard Shortcuts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665208" y="4873752"/>
            <a:ext cx="960120" cy="0"/>
          </a:xfrm>
          <a:prstGeom prst="line">
            <a:avLst/>
          </a:prstGeom>
          <a:noFill/>
          <a:ln w="50800">
            <a:solidFill>
              <a:srgbClr val="16B8A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206A"/>
          </a:solidFill>
          <a:ln w="12700">
            <a:solidFill>
              <a:srgbClr val="3320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749040" cy="3749040"/>
          </a:xfrm>
          <a:prstGeom prst="ellipse">
            <a:avLst/>
          </a:prstGeom>
          <a:solidFill>
            <a:srgbClr val="7357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257800"/>
            <a:ext cx="2194560" cy="2194560"/>
          </a:xfrm>
          <a:prstGeom prst="ellipse">
            <a:avLst/>
          </a:prstGeom>
          <a:solidFill>
            <a:srgbClr val="16B8A6">
              <a:alpha val="2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69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8778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Mastering the Terminal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932688" y="309067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 leads to proficiency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1832" y="426110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09651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verify critical commands before execution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41832" y="4764024"/>
            <a:ext cx="109728" cy="109728"/>
          </a:xfrm>
          <a:prstGeom prst="ellipse">
            <a:avLst/>
          </a:prstGeom>
          <a:solidFill>
            <a:srgbClr val="16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59943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Utilize 'man [command]' for detailed manuals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1832" y="5266944"/>
            <a:ext cx="109728" cy="109728"/>
          </a:xfrm>
          <a:prstGeom prst="ellipse">
            <a:avLst/>
          </a:prstGeom>
          <a:solidFill>
            <a:srgbClr val="735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5102352"/>
            <a:ext cx="67025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aliases for frequently used complex strings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Administrator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Jason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Ubuntu CLI Cheat Sheet</dc:title>
  <dc:subject>Presentation for Developers and System Administrators</dc:subject>
  <dc:creator>System Administrator</dc:creator>
  <cp:lastModifiedBy>System Administrator</cp:lastModifiedBy>
  <cp:revision>1</cp:revision>
  <dcterms:created xsi:type="dcterms:W3CDTF">2026-10-25T07:36:20Z</dcterms:created>
  <dcterms:modified xsi:type="dcterms:W3CDTF">2026-10-25T07:36:20Z</dcterms:modified>
</cp:coreProperties>
</file>