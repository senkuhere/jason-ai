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serves as an executive quick-reference guide for standard Ubuntu CLI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a baseline by querying the core system environment immediately upon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Prioritize htop for troubleshooting as it offers superior visualization over standard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Efficient process control minimizes terminal clutter during long-running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Systemd is the standard for service control; ensure sudo privileges are 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file manipulation and user audit basics.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apt for dependency resolution; always verify network interfaces before troubleshooting connectivity.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Livepatch significantly reduces maintenance downtime by eliminating reboot cycles for patches.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philosophy of secure and stable Ubuntu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the team to integrate these commands into their daily workflow and automation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749040" cy="3749040"/>
          </a:xfrm>
          <a:prstGeom prst="ellipse">
            <a:avLst/>
          </a:prstGeom>
          <a:solidFill>
            <a:srgbClr val="2F80ED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257800"/>
            <a:ext cx="2194560" cy="2194560"/>
          </a:xfrm>
          <a:prstGeom prst="ellipse">
            <a:avLst/>
          </a:prstGeom>
          <a:solidFill>
            <a:srgbClr val="56CCF2">
              <a:alpha val="2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33272"/>
            <a:ext cx="100584" cy="425196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8823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Ubuntu Command Line Interface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36758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guide to system management, monitoring, and operations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507492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Administration Team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5F8FC">
              <a:alpha val="0"/>
            </a:srgbClr>
          </a:solidFill>
          <a:ln w="1905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Information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uname -a: View all kernel and system information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hostnamectl: Display hostname and system architecture details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lscpu: Audit CPU architecture and core specifications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72160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timedatectl status: Verify current system time and synchronization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Information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56CCF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5F8FC">
              <a:alpha val="0"/>
            </a:srgbClr>
          </a:solidFill>
          <a:ln w="1905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System Health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751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627632"/>
            <a:ext cx="5166360" cy="100584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327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Overview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33272" y="318211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017520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top: Real-time dynamic process monitoring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33272" y="3895344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730752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htop: Interactive, user-friendly process visualization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3679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6792" y="1627632"/>
            <a:ext cx="5166360" cy="100584"/>
          </a:xfrm>
          <a:prstGeom prst="rect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0255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Usage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702552" y="318211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017520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 -h: Readable disk storage statistics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02552" y="3895344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730752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-m: Current RAM utilization in megabytes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5F8FC">
              <a:alpha val="0"/>
            </a:srgbClr>
          </a:solidFill>
          <a:ln w="1905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Executing Background Commands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3489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Background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3124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&lt;command&gt; &amp;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6616" y="32918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358640" y="2029968"/>
            <a:ext cx="3489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1520" y="22860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CC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41520" y="2898648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 Jobs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1520" y="3657600"/>
            <a:ext cx="3124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9456" y="32918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8031480" y="2029968"/>
            <a:ext cx="3489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4360" y="22860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14360" y="2898648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Foreground Job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14360" y="3657600"/>
            <a:ext cx="3124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&lt;job_number&gt;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5F8FC">
              <a:alpha val="0"/>
            </a:srgbClr>
          </a:solidFill>
          <a:ln w="1905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Management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systemctl start &lt;service&gt;: Initialize a specific service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systemctl stop &lt;service&gt;: Halt an active service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systemctl status &lt;service&gt;: Review current operational state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Management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56CCF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5F8FC">
              <a:alpha val="0"/>
            </a:srgbClr>
          </a:solidFill>
          <a:ln w="1905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File &amp; User Management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751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627632"/>
            <a:ext cx="5166360" cy="100584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327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Operations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33272" y="318211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017520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ls: Directory contents listing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33272" y="3895344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730752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cp: Copy source to destination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33272" y="460857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443984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mv: Move or rename files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3679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36792" y="1627632"/>
            <a:ext cx="5166360" cy="100584"/>
          </a:xfrm>
          <a:prstGeom prst="rect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0255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Administration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702552" y="318211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w: List currently logged-in sessions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02552" y="3895344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730752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adduser: Create new system users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5F8FC">
              <a:alpha val="0"/>
            </a:srgbClr>
          </a:solidFill>
          <a:ln w="1905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Package &amp; Network Management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apt install &lt;package&gt;: Install software dependencies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 search &lt;package&gt;: Locate specific repository packages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addr show: Inspect network interfaces and IP addresses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72160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 &lt;host&gt;: Verify network connectivity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Package &amp; Network Management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56CCF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5F8FC">
              <a:alpha val="0"/>
            </a:srgbClr>
          </a:solidFill>
          <a:ln w="1905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Firewall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ufw status: Check active firewall rules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ufw enable: Activate Uncomplicated Firewall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pro attach &lt;token&gt;: Register system with Ubuntu Pro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72160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pro enable livepatch: Apply kernel security without reboots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Firewall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56CCF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749040" cy="3749040"/>
          </a:xfrm>
          <a:prstGeom prst="ellipse">
            <a:avLst/>
          </a:prstGeom>
          <a:solidFill>
            <a:srgbClr val="2F80ED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257800"/>
            <a:ext cx="2194560" cy="2194560"/>
          </a:xfrm>
          <a:prstGeom prst="ellipse">
            <a:avLst/>
          </a:prstGeom>
          <a:solidFill>
            <a:srgbClr val="56CCF2">
              <a:alpha val="2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6751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55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143000" cy="0"/>
          </a:xfrm>
          <a:prstGeom prst="line">
            <a:avLst/>
          </a:prstGeom>
          <a:noFill/>
          <a:ln w="50800">
            <a:solidFill>
              <a:srgbClr val="56C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399032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Best Practices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816352" y="32004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system integrity by utilizing package managers for software, enabling firewall protections by default, and streamlining kernel updates via Ubuntu Pro.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749040" cy="3749040"/>
          </a:xfrm>
          <a:prstGeom prst="ellipse">
            <a:avLst/>
          </a:prstGeom>
          <a:solidFill>
            <a:srgbClr val="2F80ED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257800"/>
            <a:ext cx="2194560" cy="2194560"/>
          </a:xfrm>
          <a:prstGeom prst="ellipse">
            <a:avLst/>
          </a:prstGeom>
          <a:solidFill>
            <a:srgbClr val="56CCF2">
              <a:alpha val="2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69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8778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941832" y="426110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96512"/>
            <a:ext cx="67025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existing servers for Ubuntu Pro compliance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1832" y="4764024"/>
            <a:ext cx="109728" cy="109728"/>
          </a:xfrm>
          <a:prstGeom prst="ellipse">
            <a:avLst/>
          </a:prstGeom>
          <a:solidFill>
            <a:srgbClr val="56CC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599432"/>
            <a:ext cx="67025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monitoring tools across all environments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" y="526694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5102352"/>
            <a:ext cx="67025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shell history for repetitive task automation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C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Administration Team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Jason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 CLI Cheat Sheet</dc:title>
  <dc:subject>Presentation for Technical Teams and DevOps Engineers</dc:subject>
  <dc:creator>System Administration Team</dc:creator>
  <cp:lastModifiedBy>System Administration Team</cp:lastModifiedBy>
  <cp:revision>1</cp:revision>
  <dcterms:created xsi:type="dcterms:W3CDTF">2026-10-25T07:31:32Z</dcterms:created>
  <dcterms:modified xsi:type="dcterms:W3CDTF">2026-10-25T07:31:32Z</dcterms:modified>
</cp:coreProperties>
</file>